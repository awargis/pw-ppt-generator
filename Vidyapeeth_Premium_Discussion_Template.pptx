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0EEFF"/>
                </a:solidFill>
              </a:defRPr>
            </a:pPr>
            <a:r>
              <a:t>VIDYAPEETH  •  TEST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56032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5DD2FF"/>
                </a:solidFill>
              </a:defRPr>
            </a:pPr>
            <a:r>
              <a:t>#SUBJECT   |   #QUESTION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41248"/>
            <a:ext cx="11155680" cy="22860"/>
          </a:xfrm>
          <a:prstGeom prst="rect">
            <a:avLst/>
          </a:prstGeom>
          <a:solidFill>
            <a:srgbClr val="5D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QUESTION_IMAGE"/>
          <p:cNvSpPr/>
          <p:nvPr/>
        </p:nvSpPr>
        <p:spPr>
          <a:xfrm>
            <a:off x="685800" y="1143000"/>
            <a:ext cx="10835640" cy="4800600"/>
          </a:xfrm>
          <a:prstGeom prst="rect">
            <a:avLst/>
          </a:prstGeom>
          <a:solidFill>
            <a:srgbClr val="F5F7FA"/>
          </a:solidFill>
          <a:ln>
            <a:solidFill>
              <a:srgbClr val="2D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172200"/>
            <a:ext cx="10835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DABBE"/>
                </a:solidFill>
              </a:defRPr>
            </a:pPr>
            <a:r>
              <a:t>ANSWER  #ANSWER   •   Local-first Presentation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